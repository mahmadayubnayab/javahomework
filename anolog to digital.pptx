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6" r:id="rId2"/>
  </p:sldMasterIdLst>
  <p:sldIdLst>
    <p:sldId id="256" r:id="rId3"/>
    <p:sldId id="257" r:id="rId4"/>
    <p:sldId id="258" r:id="rId5"/>
    <p:sldId id="259" r:id="rId6"/>
    <p:sldId id="260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891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50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20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06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345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890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178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05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280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589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521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369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29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669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796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314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1908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9588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273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3219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135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3346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335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7384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7533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347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4137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7784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9482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015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6933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2362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026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96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476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4212F4-7297-4410-844B-C5A9DD4A7C25}" type="datetimeFigureOut">
              <a:rPr lang="en-IN" smtClean="0"/>
              <a:t>07-09-2025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0539F39-B7E1-404C-BD5E-1C05E56D52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27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A574-3773-0D10-2822-FE266B5204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Analog to Digital Conversion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0363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3983-FA8C-BA1D-95B4-BB3B70F3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Analog to Digital Conversion (ADC):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D4728-2D6C-1711-A044-D4EBFD035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326" y="2337815"/>
            <a:ext cx="10018713" cy="3124201"/>
          </a:xfrm>
        </p:spPr>
        <p:txBody>
          <a:bodyPr/>
          <a:lstStyle/>
          <a:p>
            <a:pPr algn="just"/>
            <a:r>
              <a:rPr lang="en-US" dirty="0"/>
              <a:t>Analog to Digital Conversion is the process of transforming a continuously varying analog signal (such as sound, light, or temperature) into a discrete digital signal represented by binary numbers, so that it can be processed by computers and digital devices.</a:t>
            </a:r>
          </a:p>
          <a:p>
            <a:pPr algn="just"/>
            <a:r>
              <a:rPr lang="en-US" dirty="0"/>
              <a:t>This process is carried out by an </a:t>
            </a:r>
            <a:r>
              <a:rPr lang="en-US" b="1" dirty="0"/>
              <a:t>Analog-to-Digital Converter (ADC)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1940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5E8F4-2BF4-799B-2234-82DA45D66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15" y="1"/>
            <a:ext cx="10018713" cy="1517904"/>
          </a:xfrm>
        </p:spPr>
        <p:txBody>
          <a:bodyPr/>
          <a:lstStyle/>
          <a:p>
            <a:r>
              <a:rPr lang="en-IN" dirty="0"/>
              <a:t>Pulse Code Modulation (PCM)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6C4DE-6B83-87E7-08EF-66D436F05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084833"/>
            <a:ext cx="10018713" cy="3706368"/>
          </a:xfrm>
        </p:spPr>
        <p:txBody>
          <a:bodyPr>
            <a:normAutofit/>
          </a:bodyPr>
          <a:lstStyle/>
          <a:p>
            <a:r>
              <a:rPr lang="en-US" dirty="0"/>
              <a:t>The most common technique used to change an analog signal to digital data (digitization) is called pulse code modulation (PCM). A PCM encoder has three processes</a:t>
            </a:r>
          </a:p>
          <a:p>
            <a:r>
              <a:rPr lang="en-US" b="1" dirty="0"/>
              <a:t>Sampling:</a:t>
            </a:r>
            <a:r>
              <a:rPr lang="en-US" dirty="0"/>
              <a:t>.</a:t>
            </a:r>
          </a:p>
          <a:p>
            <a:r>
              <a:rPr lang="en-US" b="1" dirty="0"/>
              <a:t>Quantization:</a:t>
            </a:r>
            <a:r>
              <a:rPr lang="en-US" dirty="0"/>
              <a:t>.</a:t>
            </a:r>
          </a:p>
          <a:p>
            <a:r>
              <a:rPr lang="en-US" b="1" dirty="0"/>
              <a:t>Encoding:</a:t>
            </a:r>
            <a:r>
              <a:rPr lang="en-US" dirty="0"/>
              <a:t> Representing these quantized levels as binary numbers.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6980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F30DA-4791-D4A6-7363-352F32315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13816"/>
          </a:xfrm>
        </p:spPr>
        <p:txBody>
          <a:bodyPr/>
          <a:lstStyle/>
          <a:p>
            <a:r>
              <a:rPr lang="en-US" dirty="0"/>
              <a:t>Cont..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26C060-0C60-EF73-7122-B12D1CAAB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8046" y="1499617"/>
            <a:ext cx="10018713" cy="458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2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ED8CD-CEEE-3A3D-F533-9CE9AE17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007" y="365761"/>
            <a:ext cx="10018713" cy="502919"/>
          </a:xfrm>
        </p:spPr>
        <p:txBody>
          <a:bodyPr>
            <a:normAutofit fontScale="90000"/>
          </a:bodyPr>
          <a:lstStyle/>
          <a:p>
            <a:r>
              <a:rPr lang="en-US" dirty="0"/>
              <a:t>Sampling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35438-C5E7-8ECD-4ACF-0D9C4D944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558" y="868680"/>
            <a:ext cx="10018713" cy="3925824"/>
          </a:xfrm>
        </p:spPr>
        <p:txBody>
          <a:bodyPr/>
          <a:lstStyle/>
          <a:p>
            <a:r>
              <a:rPr lang="en-US" b="1" dirty="0"/>
              <a:t>Analog sampling</a:t>
            </a:r>
            <a:r>
              <a:rPr lang="en-US" dirty="0"/>
              <a:t> is converting a continuous signal into a discrete digital signal by taking regular “snapshots” of its amplitude using an ADC. The sampling rate must be at least twice the highest signal frequency to avoid aliasing (Nyquist-Shannon theorem).</a:t>
            </a:r>
          </a:p>
          <a:p>
            <a:r>
              <a:rPr lang="en-IN" dirty="0"/>
              <a:t>Because the more sample we take the more it will be accurate.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75B628-E443-EAEF-8DBC-A2BEDE9E2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4" y="4446592"/>
            <a:ext cx="6321923" cy="1873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FB91F5-38F6-6078-620A-C5200DDC6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489" y="4538787"/>
            <a:ext cx="5627511" cy="168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22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8B760-41CF-129F-B2BD-1D1877D74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sampling rates in music/audio: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25F61-8881-AE93-D99C-7F031626A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8 kHz (8000 samples/sec)</a:t>
            </a:r>
            <a:r>
              <a:rPr lang="en-IN" dirty="0"/>
              <a:t> → Telephone quality (voice only, narrow band).</a:t>
            </a:r>
          </a:p>
          <a:p>
            <a:r>
              <a:rPr lang="en-IN" b="1" dirty="0"/>
              <a:t>22.05 kHz (22050 samples/sec)</a:t>
            </a:r>
            <a:r>
              <a:rPr lang="en-IN" dirty="0"/>
              <a:t> → Low-quality audio, sometimes used for compressed formats.</a:t>
            </a:r>
          </a:p>
          <a:p>
            <a:r>
              <a:rPr lang="en-IN" b="1" dirty="0"/>
              <a:t>44.1 kHz (44100 samples/sec)</a:t>
            </a:r>
            <a:r>
              <a:rPr lang="en-IN" dirty="0"/>
              <a:t> → </a:t>
            </a:r>
            <a:r>
              <a:rPr lang="en-IN" b="1" dirty="0"/>
              <a:t>CD quality audio</a:t>
            </a:r>
            <a:r>
              <a:rPr lang="en-IN" dirty="0"/>
              <a:t> (most music is recorded at this rate).</a:t>
            </a:r>
          </a:p>
          <a:p>
            <a:r>
              <a:rPr lang="en-IN" b="1" dirty="0"/>
              <a:t>48 kHz (48000 samples/sec)</a:t>
            </a:r>
            <a:r>
              <a:rPr lang="en-IN" dirty="0"/>
              <a:t> → Standard for professional video and audio production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378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FCE1C-54AE-622F-5CB2-5CD4AA3A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38328"/>
            <a:ext cx="10018713" cy="1203959"/>
          </a:xfrm>
        </p:spPr>
        <p:txBody>
          <a:bodyPr>
            <a:normAutofit/>
          </a:bodyPr>
          <a:lstStyle/>
          <a:p>
            <a:r>
              <a:rPr lang="en-US" b="1" dirty="0"/>
              <a:t>Quantization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C8A68-2273-01DE-8BCA-300F388AA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334" y="2191511"/>
            <a:ext cx="10018713" cy="3124201"/>
          </a:xfrm>
        </p:spPr>
        <p:txBody>
          <a:bodyPr/>
          <a:lstStyle/>
          <a:p>
            <a:r>
              <a:rPr lang="en-US" dirty="0"/>
              <a:t>Quantization is the process of rounding each sample of an analog signal to the nearest fixed level.</a:t>
            </a:r>
          </a:p>
          <a:p>
            <a:r>
              <a:rPr lang="en-US" dirty="0"/>
              <a:t> turning continuous values into a set of discrete ones. Each level gets a unique binary code, making the signal ready for digital use—like storage, processing, or transmission.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4249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4EF67-67D0-A542-D06A-0E4B03115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015" y="256033"/>
            <a:ext cx="10018713" cy="758952"/>
          </a:xfrm>
        </p:spPr>
        <p:txBody>
          <a:bodyPr/>
          <a:lstStyle/>
          <a:p>
            <a:r>
              <a:rPr lang="en-US" dirty="0"/>
              <a:t>Cont..</a:t>
            </a:r>
            <a:endParaRPr lang="en-IN" dirty="0"/>
          </a:p>
        </p:txBody>
      </p:sp>
      <p:pic>
        <p:nvPicPr>
          <p:cNvPr id="1032" name="Picture 8" descr="Basics of Analog-to-Digital Conversion - Panoradio SDR">
            <a:extLst>
              <a:ext uri="{FF2B5EF4-FFF2-40B4-BE49-F238E27FC236}">
                <a16:creationId xmlns:a16="http://schemas.microsoft.com/office/drawing/2014/main" id="{9AEDBBF3-5F9B-B15E-6E53-D90DB9C8EB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263" y="1014985"/>
            <a:ext cx="10748216" cy="4199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B89BFA-ECC7-5E7B-47F2-DC1A92D9EE7C}"/>
                  </a:ext>
                </a:extLst>
              </p:cNvPr>
              <p:cNvSpPr txBox="1"/>
              <p:nvPr/>
            </p:nvSpPr>
            <p:spPr>
              <a:xfrm>
                <a:off x="2002536" y="5574891"/>
                <a:ext cx="8485632" cy="796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s-AF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s-AF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s-AF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ps-AF" dirty="0"/>
                  <a:t>= </a:t>
                </a:r>
                <a:r>
                  <a:rPr lang="en-IN" b="1" dirty="0"/>
                  <a:t>sampling frequency</a:t>
                </a:r>
                <a:r>
                  <a:rPr lang="en-IN" dirty="0"/>
                  <a:t> (how many samples are taken per second)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s-AF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s-AF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ps-AF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ps-AF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s-AF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s-AF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ps-AF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s-AF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s-AF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ps-AF" dirty="0"/>
                  <a:t>= </a:t>
                </a:r>
                <a:r>
                  <a:rPr lang="en-IN" b="1" dirty="0"/>
                  <a:t>sampling interval</a:t>
                </a:r>
                <a:r>
                  <a:rPr lang="en-IN" dirty="0"/>
                  <a:t> (the time gap between two samples)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B89BFA-ECC7-5E7B-47F2-DC1A92D9E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536" y="5574891"/>
                <a:ext cx="8485632" cy="796180"/>
              </a:xfrm>
              <a:prstGeom prst="rect">
                <a:avLst/>
              </a:prstGeom>
              <a:blipFill>
                <a:blip r:embed="rId3"/>
                <a:stretch>
                  <a:fillRect l="-216" t="-5385" b="-4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5694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ppt/theme/themeOverride2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344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Cambria Math</vt:lpstr>
      <vt:lpstr>Corbel</vt:lpstr>
      <vt:lpstr>1_Parallax</vt:lpstr>
      <vt:lpstr>Parallax</vt:lpstr>
      <vt:lpstr>Analog to Digital Conversion</vt:lpstr>
      <vt:lpstr>Analog to Digital Conversion (ADC):</vt:lpstr>
      <vt:lpstr>Pulse Code Modulation (PCM)</vt:lpstr>
      <vt:lpstr>Cont..</vt:lpstr>
      <vt:lpstr>Sampling</vt:lpstr>
      <vt:lpstr>Common sampling rates in music/audio: </vt:lpstr>
      <vt:lpstr>Quantization</vt:lpstr>
      <vt:lpstr>Cont..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Shafaq</dc:creator>
  <cp:lastModifiedBy>Khalid Shafaq</cp:lastModifiedBy>
  <cp:revision>9</cp:revision>
  <dcterms:created xsi:type="dcterms:W3CDTF">2025-09-06T10:42:13Z</dcterms:created>
  <dcterms:modified xsi:type="dcterms:W3CDTF">2025-09-07T03:26:47Z</dcterms:modified>
</cp:coreProperties>
</file>